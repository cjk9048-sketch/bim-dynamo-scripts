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7" autoAdjust="0"/>
    <p:restoredTop sz="94660"/>
  </p:normalViewPr>
  <p:slideViewPr>
    <p:cSldViewPr snapToGrid="0">
      <p:cViewPr varScale="1">
        <p:scale>
          <a:sx n="162" d="100"/>
          <a:sy n="162" d="100"/>
        </p:scale>
        <p:origin x="1782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0D0CDE-793B-4DE5-B7EB-3D1C2F7659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006E248-7A02-4329-9147-268985F01C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F6EC0E0-AE1F-4769-A10A-86D965DA0A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F8EB21-F7FE-4678-BB06-554137BE7B79}" type="datetimeFigureOut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6B10C8D-D87F-412C-BBEF-B63BF85092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07FF3F6-B3DE-462F-80C3-3E008F4B4E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9C544-9FFB-41BB-A89D-F280DBC131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49780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7CCB996-ABCA-459E-86B0-86D431A992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FDF1899-BF78-4E2E-8793-BADE5186A7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6031483-703A-4F69-B8FE-E6F425CD2C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F8EB21-F7FE-4678-BB06-554137BE7B79}" type="datetimeFigureOut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0C631B3-B223-4FCA-9FD7-4A80653F0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1406C3C-1C02-452C-9EEC-D793DC2A1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9C544-9FFB-41BB-A89D-F280DBC131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09231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6262B0-0493-44A3-9FB0-770010105A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57043DD-152C-4F69-8AB1-F684F3FBF9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151FF08-64A5-4837-B787-F4C9800458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F8EB21-F7FE-4678-BB06-554137BE7B79}" type="datetimeFigureOut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C00E809-BABF-4969-979E-7C84BD08CA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18D6525-D91D-4D27-A514-631FBFDCB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9C544-9FFB-41BB-A89D-F280DBC131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52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77ABD6-0D00-4C27-84C0-47B82249D3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354F880-79DF-47A5-8314-F9C0DBFD49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88B3A5F-6931-4695-AF0D-642AC34758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35EA37A-CA51-4D38-B880-9D1B9EC40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F8EB21-F7FE-4678-BB06-554137BE7B79}" type="datetimeFigureOut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D617E07-B38F-4905-8451-F52F997B79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BE7B84E-16EA-4707-B4D8-CE10A66011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9C544-9FFB-41BB-A89D-F280DBC131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47048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D8EA08-8CD8-4A59-ADA4-E80241403E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4BC6AA9-607F-4DF6-9925-8B2367FDA4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32D5EB1-61C2-4DDD-9BAC-0B59EEE1E7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8F9D826-53D9-48ED-BC0B-B4B7BC0993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87C5ABF-5F4D-4C48-AA3D-CD44086031E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FDBE24E-382C-4A30-9E67-92707E25B9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F8EB21-F7FE-4678-BB06-554137BE7B79}" type="datetimeFigureOut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F262A38-16C4-4BF4-87A9-22EF0FF7D0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F8A202D-4347-4F03-9AA4-5AE1407467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9C544-9FFB-41BB-A89D-F280DBC131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3052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C19A94B-4C98-44AF-B9A4-596FDD2A8F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C3911CC-EF09-49D9-9FF9-E05CBCA85C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F8EB21-F7FE-4678-BB06-554137BE7B79}" type="datetimeFigureOut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E84379C-E350-4A28-9051-0E5222D74E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A9588A7-22DA-410C-9A62-0D86A1840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9C544-9FFB-41BB-A89D-F280DBC131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3371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99BDCB8-32B7-4BF8-92B5-EA0E6E1338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F8EB21-F7FE-4678-BB06-554137BE7B79}" type="datetimeFigureOut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8B43E57A-7DAC-4BBE-8E49-742C6D5513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9FF3995-B264-4ABE-A874-538FBABE83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9C544-9FFB-41BB-A89D-F280DBC131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7737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E9C8DAE-02CC-456E-B767-D815517B02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5DD4D03-A2AD-4493-8B2C-9FB5B0C295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60F26AB-5B99-4937-B06F-EB146E2C2A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A3D08BA-6761-4A60-9ADB-FD08DEE00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F8EB21-F7FE-4678-BB06-554137BE7B79}" type="datetimeFigureOut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4296E65-D58B-4C49-B7C2-40D842F254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B41193B-B3ED-44C9-8AFD-FB1588A09C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9C544-9FFB-41BB-A89D-F280DBC131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855254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FC568E-42FC-433E-BE20-45F0046295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029A07B-4D2F-4188-8CAA-F77174AC78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A8F1370-77A0-4815-84B1-A7D9B874DA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033DEAF-E302-4D85-890F-897C1635B8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F8EB21-F7FE-4678-BB06-554137BE7B79}" type="datetimeFigureOut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A7B0702-2855-4BC7-8E25-FC314A62B4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F3BF780-15D0-4A7F-873E-FD86CB37CC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9C544-9FFB-41BB-A89D-F280DBC131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12195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C7DE34-85BB-49C3-B114-210BED812F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B051352-CB02-4A8D-B9E1-EC2C0DD309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4CEC3C8-E4F7-45DF-A7D8-DA8886AC92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F8EB21-F7FE-4678-BB06-554137BE7B79}" type="datetimeFigureOut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3AAF1A3-8E1A-4D44-8BBB-1AA56B603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4CC348F-7B39-4D8B-82BF-E6B49C41CA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9C544-9FFB-41BB-A89D-F280DBC131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59340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4EDF178-8776-46D2-B873-4036A8164A4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FE5BA2D-BAA4-4F3D-8F89-28E66ED62E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6272C0D-AC5F-4E9F-AF1E-FFDA30261C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F8EB21-F7FE-4678-BB06-554137BE7B79}" type="datetimeFigureOut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7D0CD1B-C48E-401A-B1BA-EC55458D35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0EF3F66-884A-4AEB-B062-BA4102A191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9C544-9FFB-41BB-A89D-F280DBC131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18030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6838CF91-C960-478E-BF92-3779DEEE33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E0E761D-B018-4104-BFC5-BC8431E665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DA76865-225F-439C-BE4D-BA84EC96E0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F8EB21-F7FE-4678-BB06-554137BE7B79}" type="datetimeFigureOut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8852F63-8B4A-4D81-BC62-8C2086CB52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BFFCC1A-2DC4-4C95-A9DF-9C281C5492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C9C544-9FFB-41BB-A89D-F280DBC131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76090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FFDF8415-7610-49EC-BA88-62CDDE86D0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9761" y="0"/>
            <a:ext cx="569247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4146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>
            <a:extLst>
              <a:ext uri="{FF2B5EF4-FFF2-40B4-BE49-F238E27FC236}">
                <a16:creationId xmlns:a16="http://schemas.microsoft.com/office/drawing/2014/main" id="{BA6934EF-0DAF-40B4-970A-2D77414E6617}"/>
              </a:ext>
            </a:extLst>
          </p:cNvPr>
          <p:cNvSpPr/>
          <p:nvPr/>
        </p:nvSpPr>
        <p:spPr>
          <a:xfrm>
            <a:off x="3420840" y="129788"/>
            <a:ext cx="5569775" cy="251902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D72939D-05AE-42B1-BE0D-1B30734BA05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645" r="63818" b="72989"/>
          <a:stretch/>
        </p:blipFill>
        <p:spPr>
          <a:xfrm>
            <a:off x="3491635" y="2833165"/>
            <a:ext cx="2059658" cy="1533833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3AFCEF7A-AC5E-4E5F-ACC6-E69F44BFE11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6494" t="6452" r="18114" b="58279"/>
          <a:stretch/>
        </p:blipFill>
        <p:spPr>
          <a:xfrm>
            <a:off x="6301694" y="171082"/>
            <a:ext cx="2583918" cy="2418735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2D946050-9715-4893-96D2-F60F5242446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2065" r="63818" b="42537"/>
          <a:stretch/>
        </p:blipFill>
        <p:spPr>
          <a:xfrm>
            <a:off x="6633630" y="2833165"/>
            <a:ext cx="2059658" cy="1055985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1B98CDD8-6B21-482F-8FC1-BF6B38FF2BB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7699" r="52522" b="29720"/>
          <a:stretch/>
        </p:blipFill>
        <p:spPr>
          <a:xfrm>
            <a:off x="3485735" y="4479086"/>
            <a:ext cx="2702688" cy="862781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9501FDA3-3160-4B7D-8B41-6DAF338983C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79742" r="74907" b="12129"/>
          <a:stretch/>
        </p:blipFill>
        <p:spPr>
          <a:xfrm>
            <a:off x="3485735" y="5418555"/>
            <a:ext cx="1428427" cy="557491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77FE85F9-FDB7-464F-AE3B-A6CBE928E07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8205" t="87140" b="6753"/>
          <a:stretch/>
        </p:blipFill>
        <p:spPr>
          <a:xfrm>
            <a:off x="6883370" y="5970146"/>
            <a:ext cx="1809918" cy="418855"/>
          </a:xfrm>
          <a:prstGeom prst="rect">
            <a:avLst/>
          </a:prstGeom>
        </p:spPr>
      </p:pic>
      <p:grpSp>
        <p:nvGrpSpPr>
          <p:cNvPr id="13" name="그룹 12">
            <a:extLst>
              <a:ext uri="{FF2B5EF4-FFF2-40B4-BE49-F238E27FC236}">
                <a16:creationId xmlns:a16="http://schemas.microsoft.com/office/drawing/2014/main" id="{1955CD58-9B03-4B90-B723-2FB7209A206A}"/>
              </a:ext>
            </a:extLst>
          </p:cNvPr>
          <p:cNvGrpSpPr/>
          <p:nvPr/>
        </p:nvGrpSpPr>
        <p:grpSpPr>
          <a:xfrm>
            <a:off x="6586626" y="4497521"/>
            <a:ext cx="2176863" cy="648929"/>
            <a:chOff x="8037279" y="3563210"/>
            <a:chExt cx="2176863" cy="648929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DCD560B6-86DC-452E-AD71-611EE0966AD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30793" t="74753" r="30966" b="19398"/>
            <a:stretch/>
          </p:blipFill>
          <p:spPr>
            <a:xfrm>
              <a:off x="8037279" y="3810983"/>
              <a:ext cx="2176863" cy="401156"/>
            </a:xfrm>
            <a:prstGeom prst="rect">
              <a:avLst/>
            </a:prstGeom>
          </p:spPr>
        </p:pic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58F636E8-B4D5-4408-9820-4B0B55826BA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t="71312" r="74078" b="25075"/>
            <a:stretch/>
          </p:blipFill>
          <p:spPr>
            <a:xfrm>
              <a:off x="8051837" y="3563210"/>
              <a:ext cx="1475621" cy="247773"/>
            </a:xfrm>
            <a:prstGeom prst="rect">
              <a:avLst/>
            </a:prstGeom>
          </p:spPr>
        </p:pic>
      </p:grp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03C8514A-652D-4B0F-9825-8DEAD1510953}"/>
              </a:ext>
            </a:extLst>
          </p:cNvPr>
          <p:cNvCxnSpPr/>
          <p:nvPr/>
        </p:nvCxnSpPr>
        <p:spPr>
          <a:xfrm>
            <a:off x="6229719" y="2896583"/>
            <a:ext cx="0" cy="1380449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A92F011C-B70B-4D15-88A3-30DAE51AE7CD}"/>
              </a:ext>
            </a:extLst>
          </p:cNvPr>
          <p:cNvCxnSpPr>
            <a:cxnSpLocks/>
          </p:cNvCxnSpPr>
          <p:nvPr/>
        </p:nvCxnSpPr>
        <p:spPr>
          <a:xfrm>
            <a:off x="6229719" y="4507107"/>
            <a:ext cx="0" cy="879004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63257A44-5B81-4289-B42A-EA6B7417DF63}"/>
              </a:ext>
            </a:extLst>
          </p:cNvPr>
          <p:cNvCxnSpPr>
            <a:cxnSpLocks/>
          </p:cNvCxnSpPr>
          <p:nvPr/>
        </p:nvCxnSpPr>
        <p:spPr>
          <a:xfrm>
            <a:off x="6229719" y="5527696"/>
            <a:ext cx="0" cy="283169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그림 19">
            <a:extLst>
              <a:ext uri="{FF2B5EF4-FFF2-40B4-BE49-F238E27FC236}">
                <a16:creationId xmlns:a16="http://schemas.microsoft.com/office/drawing/2014/main" id="{8727757D-910B-4142-BC1E-788F4AC8DB3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6494" t="6452" r="18114" b="58279"/>
          <a:stretch/>
        </p:blipFill>
        <p:spPr>
          <a:xfrm>
            <a:off x="3504217" y="171082"/>
            <a:ext cx="2583918" cy="2418735"/>
          </a:xfrm>
          <a:prstGeom prst="rect">
            <a:avLst/>
          </a:prstGeom>
        </p:spPr>
      </p:pic>
      <p:sp>
        <p:nvSpPr>
          <p:cNvPr id="22" name="직사각형 21">
            <a:extLst>
              <a:ext uri="{FF2B5EF4-FFF2-40B4-BE49-F238E27FC236}">
                <a16:creationId xmlns:a16="http://schemas.microsoft.com/office/drawing/2014/main" id="{3B222F62-B8D9-4A14-95A3-06C405BB2DA2}"/>
              </a:ext>
            </a:extLst>
          </p:cNvPr>
          <p:cNvSpPr/>
          <p:nvPr/>
        </p:nvSpPr>
        <p:spPr>
          <a:xfrm>
            <a:off x="4355988" y="171082"/>
            <a:ext cx="697627" cy="24622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ko-KR" altLang="en-US" sz="1000" b="1" cap="none" spc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절토예시</a:t>
            </a:r>
            <a:endParaRPr lang="en-US" altLang="ko-KR" sz="1000" b="1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47F8290C-8426-4534-926C-07DC5A3715F4}"/>
              </a:ext>
            </a:extLst>
          </p:cNvPr>
          <p:cNvSpPr/>
          <p:nvPr/>
        </p:nvSpPr>
        <p:spPr>
          <a:xfrm>
            <a:off x="7341063" y="171082"/>
            <a:ext cx="697627" cy="24622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ko-KR" altLang="en-US" sz="1000" b="1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성</a:t>
            </a:r>
            <a:r>
              <a:rPr lang="ko-KR" altLang="en-US" sz="1000" b="1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토예시</a:t>
            </a:r>
            <a:endParaRPr lang="en-US" altLang="ko-KR" sz="1000" b="1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468734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2</Words>
  <Application>Microsoft Office PowerPoint</Application>
  <PresentationFormat>와이드스크린</PresentationFormat>
  <Paragraphs>2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5" baseType="lpstr">
      <vt:lpstr>맑은 고딕</vt:lpstr>
      <vt:lpstr>Arial</vt:lpstr>
      <vt:lpstr>Office 테마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최재경</dc:creator>
  <cp:lastModifiedBy>최재경</cp:lastModifiedBy>
  <cp:revision>1</cp:revision>
  <dcterms:created xsi:type="dcterms:W3CDTF">2026-07-28T05:32:53Z</dcterms:created>
  <dcterms:modified xsi:type="dcterms:W3CDTF">2026-07-28T05:40:18Z</dcterms:modified>
</cp:coreProperties>
</file>